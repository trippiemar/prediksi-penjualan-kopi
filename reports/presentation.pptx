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☕ Prediksi Estimasi Nilai Belanja Kafe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108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DE68A"/>
                </a:solidFill>
              </a:rPr>
              <a:t>dengan Mempertimbangkan Faktor Inflasi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42062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Capstone Project — UAS Pembelajaran Mesin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</a:rPr>
              <a:t>Yunanda Mario Putra | A11.2024.15923 | Universitas Dian Nuswantoro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Latar Belakang &amp; Problem Statement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303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Masalah Bisnis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Pemilik kafe kesulitan memperkirakan pendapatan sebelum transaksi selesai diproses.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Problem Statement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Memperkirakan estimasi nilai belanja (Total Spent) sebuah transaksi kafe hanya dari pilihan menu &amp; konteks transaksi (waktu, lokasi, metode bayar) — tanpa perlu tahu quantity/harga final di muka — sekaligus mempertimbangkan tingkat inflasi bulanan.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Metrik Kesuksesan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RMSE serendah mungkin pada data test, dengan model yang tetap mudah diinterpretasikan.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Sumber Data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8016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5212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Sumber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Deskripsi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dirty_cafe_sales.csv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Kaggle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10.000 transaksi kafe (data sengaja kotor: ERROR/UNKNOWN, missing value, duplikat)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Data_Inflasi.xlsx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Bank Indonesia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</a:rPr>
                        <a:t>Data inflasi bulanan (%) tahun 2023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926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59669"/>
                </a:solidFill>
              </a:rPr>
              <a:t>Setelah cleaning: 10.000 → ± 7.562 transaksi bersih (± 24% dibuang karena missing/duplikat/outlier)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 Insight Kunci dari EDA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F2937"/>
                </a:solidFill>
              </a:rPr>
              <a:t>1. Kolom Payment Method &amp; Location paling banyak mengandung placeholder ERROR/UNKNOWN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F2937"/>
                </a:solidFill>
              </a:rPr>
              <a:t>2. Distribusi Total Spent right-skewed — mayoritas transaksi bernilai kecil-menengah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F2937"/>
                </a:solidFill>
              </a:rPr>
              <a:t>3. Frekuensi penjualan antar item menu relatif merata, tidak ada produk dominan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F2937"/>
                </a:solidFill>
              </a:rPr>
              <a:t>4. Nilai belanja berbeda signifikan antar item (menu lebih mahal → total spent lebih tinggi)</a:t>
            </a:r>
            <a:endParaRPr lang="en-US" sz="16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600" dirty="0">
                <a:solidFill>
                  <a:srgbClr val="1F2937"/>
                </a:solidFill>
              </a:rPr>
              <a:t>5. Korelasi inflasi bulanan terhadap total belanja SANGAT LEMAH — bisnis kafe resilient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Catatan Penting: Menghindari Data Leakage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0881360" cy="1188720"/>
          </a:xfrm>
          <a:prstGeom prst="rect">
            <a:avLst/>
          </a:prstGeom>
          <a:solidFill>
            <a:srgbClr val="FEF2F2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Total Spent = Quantity x Price Per Unit (persis secara matematis)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1B1B"/>
                </a:solidFill>
              </a:rPr>
              <a:t>Jika keduanya dipakai sebagai fitur → model trivial (R² = 1.0, bukan ML)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Solusi: Quantity &amp; Price Per Unit TIDAK dipakai sebagai fitur.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29184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Fitur yang dipakai: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Kategorikal: Item, Payment Method, Location
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• Numerik: Inflasi, Year, Month, DayOfWeek, IsWeekend
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Target: Total Spent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Modeling: 2 Algoritma + Hyperparameter Tuning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512064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Model 1: Linear Regression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Baseline, interpretable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Model 2: Random Forest Regressor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Ensemble, di-tuning GridSearchCV (3-fold CV)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n_estimators: [100,200], max_depth: [None,10,20], min_samples_split: [2,5]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126480" y="1188720"/>
            <a:ext cx="53949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Train/Val/Test Split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70% / 15% / 15%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Preprocessing Pipeline
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OneHotEncoder (kategorikal) +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StandardScaler (numerik)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Evaluasi &amp; Perbandingan Model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88136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286000"/>
                <a:gridCol w="2194560"/>
                <a:gridCol w="228600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R² (Test)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MAE (Test)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RMSE (Test)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Linear Regression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0.401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3.437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4.239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Random Forest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0.387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3.491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</a:rPr>
                        <a:t>4.289</a:t>
                      </a:r>
                      <a:endParaRPr lang="en-US" sz="15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2651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</a:rPr>
              <a:t>✅ Model Terbaik: Linear Regression (RMSE terendah + paling interpretable)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32918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</a:rPr>
              <a:t>R² ≈ 0.40 → ±40% variasi nilai belanja pelanggan dapat dijelaskan model. Sisanya dipengaruhi faktor acak (quantity, preferensi individu) yang sengaja tidak dimasukkan untuk menghindari leakage.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Interpretasi Model (Permutation Importance &amp; SHAP)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</a:rPr>
              <a:t>Temuan Utama:
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1. Item (pilihan menu) adalah fitur paling berpengaruh — jauh di atas fitur lain
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2. Faktor waktu (bulan, hari) berpengaruh kecil namun konsisten
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000000"/>
                </a:solidFill>
              </a:rPr>
              <a:t>3. Inflasi bukan prediktor kuat — mengonfirmasi resiliensi bisnis kafe
</a:t>
            </a:r>
            <a:endParaRPr lang="en-US" sz="1600" dirty="0"/>
          </a:p>
          <a:p>
            <a:pPr indent="0" marL="0">
              <a:buNone/>
            </a:pPr>
            <a:r>
              <a:rPr lang="en-US" sz="1400" i="1" dirty="0">
                <a:solidFill>
                  <a:srgbClr val="059669"/>
                </a:solidFill>
              </a:rPr>
              <a:t>Rekomendasi Bisnis: fokuskan strategi pada bauran menu &amp; customer experience, bukan mitigasi risiko makroekonomi jangka pendek.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Deployment: Aplikasi Streamlit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🏠  Ringkasan Proyek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389120" y="11887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Overview problem statement &amp; statistik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📊  Dashboard EDA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20574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Visualisasi interaktif (distribusi, tren, korelasi)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🤖  Model Demo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9120" y="29260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Input transaksi → prediksi estimasi belanja real-time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📈  Evaluasi Model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37947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Tabel perbandingan performa &amp; residual plot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</a:rPr>
              <a:t>🔍  Interpretasi Hasil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389120" y="46634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Feature importance &amp; SHAP + insight bisnis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Kesimpulan &amp; Rekomendasi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88136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1.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</a:rPr>
              <a:t>Linear Regression dipilih sebagai model produksi — akurasi terbaik + paling interpretable.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2.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</a:rPr>
              <a:t>Pilihan menu adalah prediktor terkuat nilai belanja pelanggan.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3.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</a:rPr>
              <a:t>Inflasi bulanan bukan prediktor kuat — bisnis kafe relatif tahan gejolak ekonomi makro.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Pengembangan lanjutan: tambahkan data cuaca, hari libur, atau histori loyalitas pelanggan.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Terima Kasih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DE68A"/>
                </a:solidFill>
              </a:rPr>
              <a:t>Repository GitHub &amp; Live App tersedia di README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2026-07-15T10:05:48Z</dcterms:created>
  <dcterms:modified xsi:type="dcterms:W3CDTF">2026-07-15T10:05:49Z</dcterms:modified>
</cp:coreProperties>
</file>